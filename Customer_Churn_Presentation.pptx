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Predictor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Retention Strategy &amp; Analytics</a:t>
            </a:r>
          </a:p>
          <a:p>
            <a:r>
              <a:t>By Ibrahim 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Retention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- Identifying at-risk customers before they leave</a:t>
            </a:r>
          </a:p>
          <a:p>
            <a:pPr>
              <a:spcAft>
                <a:spcPts val="1000"/>
              </a:spcAft>
            </a:pPr>
            <a:r>
              <a:t>- Understanding high-impact factors (Contract length &amp; Tenure)</a:t>
            </a:r>
          </a:p>
          <a:p>
            <a:pPr>
              <a:spcAft>
                <a:spcPts val="1000"/>
              </a:spcAft>
            </a:pPr>
            <a:r>
              <a:t>- Optimizing marketing spend for retention campaigns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- Model: Gradient Boosting (XGBoost/LightGBM logic)</a:t>
            </a:r>
          </a:p>
          <a:p>
            <a:pPr>
              <a:spcAft>
                <a:spcPts val="1000"/>
              </a:spcAft>
            </a:pPr>
            <a:r>
              <a:t>- Data: Multi-dimensional Telecom customer profiles</a:t>
            </a:r>
          </a:p>
          <a:p>
            <a:pPr>
              <a:spcAft>
                <a:spcPts val="1000"/>
              </a:spcAft>
            </a:pPr>
            <a:r>
              <a:t>- Insights: Targeted churn segments based on behavior</a:t>
            </a:r>
          </a:p>
        </p:txBody>
      </p:sp>
      <p:pic>
        <p:nvPicPr>
          <p:cNvPr id="4" name="Picture 3" descr="chur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657600" cy="22536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- 15% Estimated reduction in monthly churn rates</a:t>
            </a:r>
          </a:p>
          <a:p>
            <a:pPr>
              <a:spcAft>
                <a:spcPts val="1000"/>
              </a:spcAft>
            </a:pPr>
            <a:r>
              <a:t>- Identified 'Month-to-month' contracts as highest risk vector</a:t>
            </a:r>
          </a:p>
          <a:p>
            <a:pPr>
              <a:spcAft>
                <a:spcPts val="1000"/>
              </a:spcAft>
            </a:pPr>
            <a:r>
              <a:t>- Optimized proactive customer support outreach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