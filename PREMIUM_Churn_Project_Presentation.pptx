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F2FE"/>
                </a:solidFill>
              </a:defRPr>
            </a:pPr>
            <a:r>
              <a:t>CHURN RETENTION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End-to-End Artificial Intelligence Case Study</a:t>
            </a:r>
          </a:p>
          <a:p>
            <a:r>
              <a:t>Architected by Ibrahim 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F2FE"/>
                </a:solidFill>
              </a:defRPr>
            </a:pPr>
            <a:r>
              <a:t>Project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0F2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solidFill>
            <a:srgbClr val="151921"/>
          </a:solidFill>
          <a:ln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Helping Telecom leaders identify churn triggers. Aiming at reducing customer acquisition costs by optimizing retention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F2FE"/>
                </a:solidFill>
              </a:defRPr>
            </a:pPr>
            <a:r>
              <a:t>Data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0F2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solidFill>
            <a:srgbClr val="151921"/>
          </a:solidFill>
          <a:ln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Leveraged multi-dimensional behavioral data including tenure, contract types, and support ticket volume.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F2FE"/>
                </a:solidFill>
              </a:defRPr>
            </a:pPr>
            <a:r>
              <a:t>Strategy Canvas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0F2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solidFill>
            <a:srgbClr val="151921"/>
          </a:solidFill>
          <a:ln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Deep analysis into contract structures, revealing that 'Month-to-month' contracts are the most critical risk vectors for churn.</a:t>
            </a:r>
          </a:p>
        </p:txBody>
      </p:sp>
      <p:pic>
        <p:nvPicPr>
          <p:cNvPr id="7" name="Picture 6" descr="Churn_premium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474720" cy="37906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F2FE"/>
                </a:solidFill>
              </a:defRPr>
            </a:pPr>
            <a:r>
              <a:t>Outcome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0F2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solidFill>
            <a:srgbClr val="151921"/>
          </a:solidFill>
          <a:ln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Provided a data-driven path to decrease churn by 12% through targeted incentive programs for high-risk customers.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F2FE"/>
                </a:solidFill>
              </a:defRPr>
            </a:pPr>
            <a:r>
              <a:t>Connect With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286000" y="1371600"/>
            <a:ext cx="4572000" cy="4572000"/>
          </a:xfrm>
          <a:prstGeom prst="rect">
            <a:avLst/>
          </a:prstGeom>
          <a:solidFill>
            <a:srgbClr val="151921"/>
          </a:solidFill>
          <a:ln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nkedin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47548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00F2FE"/>
                </a:solidFill>
              </a:defRPr>
            </a:pPr>
            <a:r>
              <a:t>Scan to view LinkedIn 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